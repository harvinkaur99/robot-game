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vin Kaur" userId="S::harvin.kaur@ue-germany.de::704eab60-743a-4a98-8578-b14a08fac459" providerId="AD" clId="Web-{B80162E5-DE0C-4739-9E02-3668D6CC86FA}"/>
    <pc:docChg chg="addSld modSld addMainMaster delMainMaster">
      <pc:chgData name="Harvin Kaur" userId="S::harvin.kaur@ue-germany.de::704eab60-743a-4a98-8578-b14a08fac459" providerId="AD" clId="Web-{B80162E5-DE0C-4739-9E02-3668D6CC86FA}" dt="2026-01-11T21:13:16.826" v="166"/>
      <pc:docMkLst>
        <pc:docMk/>
      </pc:docMkLst>
      <pc:sldChg chg="addSp delSp modSp mod setBg modClrScheme setClrOvrMap chgLayout">
        <pc:chgData name="Harvin Kaur" userId="S::harvin.kaur@ue-germany.de::704eab60-743a-4a98-8578-b14a08fac459" providerId="AD" clId="Web-{B80162E5-DE0C-4739-9E02-3668D6CC86FA}" dt="2026-01-11T20:48:39.072" v="41" actId="20577"/>
        <pc:sldMkLst>
          <pc:docMk/>
          <pc:sldMk cId="109857222" sldId="256"/>
        </pc:sldMkLst>
        <pc:spChg chg="mod">
          <ac:chgData name="Harvin Kaur" userId="S::harvin.kaur@ue-germany.de::704eab60-743a-4a98-8578-b14a08fac459" providerId="AD" clId="Web-{B80162E5-DE0C-4739-9E02-3668D6CC86FA}" dt="2026-01-11T20:48:39.072" v="4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arvin Kaur" userId="S::harvin.kaur@ue-germany.de::704eab60-743a-4a98-8578-b14a08fac459" providerId="AD" clId="Web-{B80162E5-DE0C-4739-9E02-3668D6CC86FA}" dt="2026-01-11T20:47:43.898" v="37" actId="20577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Harvin Kaur" userId="S::harvin.kaur@ue-germany.de::704eab60-743a-4a98-8578-b14a08fac459" providerId="AD" clId="Web-{B80162E5-DE0C-4739-9E02-3668D6CC86FA}" dt="2026-01-11T20:47:00.052" v="28"/>
          <ac:picMkLst>
            <pc:docMk/>
            <pc:sldMk cId="109857222" sldId="256"/>
            <ac:picMk id="33" creationId="{3A1AC268-875B-1301-EC9C-335971137024}"/>
          </ac:picMkLst>
        </pc:picChg>
      </pc:sldChg>
      <pc:sldChg chg="addSp delSp modSp new mod modClrScheme chgLayout">
        <pc:chgData name="Harvin Kaur" userId="S::harvin.kaur@ue-germany.de::704eab60-743a-4a98-8578-b14a08fac459" providerId="AD" clId="Web-{B80162E5-DE0C-4739-9E02-3668D6CC86FA}" dt="2026-01-11T21:04:12.156" v="106"/>
        <pc:sldMkLst>
          <pc:docMk/>
          <pc:sldMk cId="3290184144" sldId="257"/>
        </pc:sldMkLst>
        <pc:spChg chg="mod ord">
          <ac:chgData name="Harvin Kaur" userId="S::harvin.kaur@ue-germany.de::704eab60-743a-4a98-8578-b14a08fac459" providerId="AD" clId="Web-{B80162E5-DE0C-4739-9E02-3668D6CC86FA}" dt="2026-01-11T21:01:18.147" v="78" actId="14100"/>
          <ac:spMkLst>
            <pc:docMk/>
            <pc:sldMk cId="3290184144" sldId="257"/>
            <ac:spMk id="2" creationId="{88F5F7F6-BA6E-2B95-F22B-3012A22287F0}"/>
          </ac:spMkLst>
        </pc:spChg>
        <pc:spChg chg="mod ord">
          <ac:chgData name="Harvin Kaur" userId="S::harvin.kaur@ue-germany.de::704eab60-743a-4a98-8578-b14a08fac459" providerId="AD" clId="Web-{B80162E5-DE0C-4739-9E02-3668D6CC86FA}" dt="2026-01-11T21:03:02.871" v="102" actId="20577"/>
          <ac:spMkLst>
            <pc:docMk/>
            <pc:sldMk cId="3290184144" sldId="257"/>
            <ac:spMk id="3" creationId="{E99ADF74-863A-D08B-8281-0D520629160A}"/>
          </ac:spMkLst>
        </pc:spChg>
        <pc:graphicFrameChg chg="add">
          <ac:chgData name="Harvin Kaur" userId="S::harvin.kaur@ue-germany.de::704eab60-743a-4a98-8578-b14a08fac459" providerId="AD" clId="Web-{B80162E5-DE0C-4739-9E02-3668D6CC86FA}" dt="2026-01-11T21:04:12.156" v="106"/>
          <ac:graphicFrameMkLst>
            <pc:docMk/>
            <pc:sldMk cId="3290184144" sldId="257"/>
            <ac:graphicFrameMk id="11" creationId="{D156E037-3DDF-1AE1-EC04-E9C7C5F9C884}"/>
          </ac:graphicFrameMkLst>
        </pc:graphicFrameChg>
        <pc:inkChg chg="add mod">
          <ac:chgData name="Harvin Kaur" userId="S::harvin.kaur@ue-germany.de::704eab60-743a-4a98-8578-b14a08fac459" providerId="AD" clId="Web-{B80162E5-DE0C-4739-9E02-3668D6CC86FA}" dt="2026-01-11T21:04:12.156" v="106"/>
          <ac:inkMkLst>
            <pc:docMk/>
            <pc:sldMk cId="3290184144" sldId="257"/>
            <ac:inkMk id="5" creationId="{AC9EBF5F-C8A6-6E90-7094-2B82FB0BB8E6}"/>
          </ac:inkMkLst>
        </pc:inkChg>
      </pc:sldChg>
      <pc:sldChg chg="addSp modSp new mod modShow">
        <pc:chgData name="Harvin Kaur" userId="S::harvin.kaur@ue-germany.de::704eab60-743a-4a98-8578-b14a08fac459" providerId="AD" clId="Web-{B80162E5-DE0C-4739-9E02-3668D6CC86FA}" dt="2026-01-11T21:13:03.263" v="165" actId="20577"/>
        <pc:sldMkLst>
          <pc:docMk/>
          <pc:sldMk cId="215393159" sldId="258"/>
        </pc:sldMkLst>
        <pc:spChg chg="mod">
          <ac:chgData name="Harvin Kaur" userId="S::harvin.kaur@ue-germany.de::704eab60-743a-4a98-8578-b14a08fac459" providerId="AD" clId="Web-{B80162E5-DE0C-4739-9E02-3668D6CC86FA}" dt="2026-01-11T21:12:41.716" v="159" actId="20577"/>
          <ac:spMkLst>
            <pc:docMk/>
            <pc:sldMk cId="215393159" sldId="258"/>
            <ac:spMk id="2" creationId="{6F497D73-01DC-04D5-7845-322C43F83EA9}"/>
          </ac:spMkLst>
        </pc:spChg>
        <pc:spChg chg="mod">
          <ac:chgData name="Harvin Kaur" userId="S::harvin.kaur@ue-germany.de::704eab60-743a-4a98-8578-b14a08fac459" providerId="AD" clId="Web-{B80162E5-DE0C-4739-9E02-3668D6CC86FA}" dt="2026-01-11T21:09:48.182" v="133" actId="14100"/>
          <ac:spMkLst>
            <pc:docMk/>
            <pc:sldMk cId="215393159" sldId="258"/>
            <ac:spMk id="3" creationId="{46B26BF0-BD01-751B-7A92-3B88594FAC92}"/>
          </ac:spMkLst>
        </pc:spChg>
        <pc:spChg chg="add mod">
          <ac:chgData name="Harvin Kaur" userId="S::harvin.kaur@ue-germany.de::704eab60-743a-4a98-8578-b14a08fac459" providerId="AD" clId="Web-{B80162E5-DE0C-4739-9E02-3668D6CC86FA}" dt="2026-01-11T21:13:03.263" v="165" actId="20577"/>
          <ac:spMkLst>
            <pc:docMk/>
            <pc:sldMk cId="215393159" sldId="258"/>
            <ac:spMk id="4" creationId="{137C24DF-BB41-A3A5-3E1B-FD943D8F716B}"/>
          </ac:spMkLst>
        </pc:spChg>
      </pc:sldChg>
      <pc:sldChg chg="new">
        <pc:chgData name="Harvin Kaur" userId="S::harvin.kaur@ue-germany.de::704eab60-743a-4a98-8578-b14a08fac459" providerId="AD" clId="Web-{B80162E5-DE0C-4739-9E02-3668D6CC86FA}" dt="2026-01-11T21:13:16.826" v="166"/>
        <pc:sldMkLst>
          <pc:docMk/>
          <pc:sldMk cId="2283664869" sldId="259"/>
        </pc:sldMkLst>
      </pc:sldChg>
    </pc:docChg>
  </pc:docChgLst>
  <pc:docChgLst>
    <pc:chgData clId="Web-{B80162E5-DE0C-4739-9E02-3668D6CC86FA}"/>
    <pc:docChg chg="modSld">
      <pc:chgData name="" userId="" providerId="" clId="Web-{B80162E5-DE0C-4739-9E02-3668D6CC86FA}" dt="2026-01-11T20:42:38.667" v="0" actId="20577"/>
      <pc:docMkLst>
        <pc:docMk/>
      </pc:docMkLst>
      <pc:sldChg chg="modSp">
        <pc:chgData name="" userId="" providerId="" clId="Web-{B80162E5-DE0C-4739-9E02-3668D6CC86FA}" dt="2026-01-11T20:42:38.667" v="0" actId="20577"/>
        <pc:sldMkLst>
          <pc:docMk/>
          <pc:sldMk cId="109857222" sldId="256"/>
        </pc:sldMkLst>
        <pc:spChg chg="mod">
          <ac:chgData name="" userId="" providerId="" clId="Web-{B80162E5-DE0C-4739-9E02-3668D6CC86FA}" dt="2026-01-11T20:42:38.667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argun Singh Oberoi" userId="S::hargun.oberoi@ue-germany.de::e1184d2e-7e23-426e-a0ab-14547bac6ed7" providerId="AD" clId="Web-{711B5AE7-19B7-D013-41BA-B50984536830}"/>
    <pc:docChg chg="mod modSld addMainMaster delMainMaster">
      <pc:chgData name="Hargun Singh Oberoi" userId="S::hargun.oberoi@ue-germany.de::e1184d2e-7e23-426e-a0ab-14547bac6ed7" providerId="AD" clId="Web-{711B5AE7-19B7-D013-41BA-B50984536830}" dt="2026-01-12T13:34:35.094" v="213" actId="20577"/>
      <pc:docMkLst>
        <pc:docMk/>
      </pc:docMkLst>
      <pc:sldChg chg="delSp modSp mod modClrScheme delDesignElem chgLayout">
        <pc:chgData name="Hargun Singh Oberoi" userId="S::hargun.oberoi@ue-germany.de::e1184d2e-7e23-426e-a0ab-14547bac6ed7" providerId="AD" clId="Web-{711B5AE7-19B7-D013-41BA-B50984536830}" dt="2026-01-12T13:20:37.348" v="55"/>
        <pc:sldMkLst>
          <pc:docMk/>
          <pc:sldMk cId="109857222" sldId="256"/>
        </pc:sldMkLst>
        <pc:spChg chg="mod ord">
          <ac:chgData name="Hargun Singh Oberoi" userId="S::hargun.oberoi@ue-germany.de::e1184d2e-7e23-426e-a0ab-14547bac6ed7" providerId="AD" clId="Web-{711B5AE7-19B7-D013-41BA-B50984536830}" dt="2026-01-12T13:20:37.348" v="55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Hargun Singh Oberoi" userId="S::hargun.oberoi@ue-germany.de::e1184d2e-7e23-426e-a0ab-14547bac6ed7" providerId="AD" clId="Web-{711B5AE7-19B7-D013-41BA-B50984536830}" dt="2026-01-12T13:20:37.348" v="55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Hargun Singh Oberoi" userId="S::hargun.oberoi@ue-germany.de::e1184d2e-7e23-426e-a0ab-14547bac6ed7" providerId="AD" clId="Web-{711B5AE7-19B7-D013-41BA-B50984536830}" dt="2026-01-12T13:20:25.081" v="53"/>
          <ac:spMkLst>
            <pc:docMk/>
            <pc:sldMk cId="109857222" sldId="256"/>
            <ac:spMk id="45" creationId="{19F9BF86-FE94-4517-B97D-026C7515E589}"/>
          </ac:spMkLst>
        </pc:spChg>
        <pc:spChg chg="del">
          <ac:chgData name="Hargun Singh Oberoi" userId="S::hargun.oberoi@ue-germany.de::e1184d2e-7e23-426e-a0ab-14547bac6ed7" providerId="AD" clId="Web-{711B5AE7-19B7-D013-41BA-B50984536830}" dt="2026-01-12T13:20:25.081" v="53"/>
          <ac:spMkLst>
            <pc:docMk/>
            <pc:sldMk cId="109857222" sldId="256"/>
            <ac:spMk id="46" creationId="{122AB34F-E75C-451A-8410-05B6C249E9D3}"/>
          </ac:spMkLst>
        </pc:spChg>
        <pc:cxnChg chg="del">
          <ac:chgData name="Hargun Singh Oberoi" userId="S::hargun.oberoi@ue-germany.de::e1184d2e-7e23-426e-a0ab-14547bac6ed7" providerId="AD" clId="Web-{711B5AE7-19B7-D013-41BA-B50984536830}" dt="2026-01-12T13:20:25.081" v="53"/>
          <ac:cxnSpMkLst>
            <pc:docMk/>
            <pc:sldMk cId="109857222" sldId="256"/>
            <ac:cxnSpMk id="44" creationId="{97CC2FE6-3AD0-4131-B4BC-1F4D65E25E13}"/>
          </ac:cxnSpMkLst>
        </pc:cxnChg>
      </pc:sldChg>
      <pc:sldChg chg="addSp delSp modSp mod setBg modClrScheme chgLayout">
        <pc:chgData name="Hargun Singh Oberoi" userId="S::hargun.oberoi@ue-germany.de::e1184d2e-7e23-426e-a0ab-14547bac6ed7" providerId="AD" clId="Web-{711B5AE7-19B7-D013-41BA-B50984536830}" dt="2026-01-12T13:21:15.506" v="57" actId="20577"/>
        <pc:sldMkLst>
          <pc:docMk/>
          <pc:sldMk cId="3290184144" sldId="257"/>
        </pc:sldMkLst>
        <pc:spChg chg="mod ord">
          <ac:chgData name="Hargun Singh Oberoi" userId="S::hargun.oberoi@ue-germany.de::e1184d2e-7e23-426e-a0ab-14547bac6ed7" providerId="AD" clId="Web-{711B5AE7-19B7-D013-41BA-B50984536830}" dt="2026-01-12T13:21:15.506" v="57" actId="20577"/>
          <ac:spMkLst>
            <pc:docMk/>
            <pc:sldMk cId="3290184144" sldId="257"/>
            <ac:spMk id="2" creationId="{88F5F7F6-BA6E-2B95-F22B-3012A22287F0}"/>
          </ac:spMkLst>
        </pc:spChg>
        <pc:spChg chg="mod ord">
          <ac:chgData name="Hargun Singh Oberoi" userId="S::hargun.oberoi@ue-germany.de::e1184d2e-7e23-426e-a0ab-14547bac6ed7" providerId="AD" clId="Web-{711B5AE7-19B7-D013-41BA-B50984536830}" dt="2026-01-12T13:20:37.348" v="55"/>
          <ac:spMkLst>
            <pc:docMk/>
            <pc:sldMk cId="3290184144" sldId="257"/>
            <ac:spMk id="3" creationId="{E99ADF74-863A-D08B-8281-0D520629160A}"/>
          </ac:spMkLst>
        </pc:spChg>
        <pc:picChg chg="add del mod">
          <ac:chgData name="Hargun Singh Oberoi" userId="S::hargun.oberoi@ue-germany.de::e1184d2e-7e23-426e-a0ab-14547bac6ed7" providerId="AD" clId="Web-{711B5AE7-19B7-D013-41BA-B50984536830}" dt="2026-01-12T13:10:29.992" v="4"/>
          <ac:picMkLst>
            <pc:docMk/>
            <pc:sldMk cId="3290184144" sldId="257"/>
            <ac:picMk id="27" creationId="{A5A9FF5D-92A2-0DA4-1AEA-9AC137DE96E3}"/>
          </ac:picMkLst>
        </pc:picChg>
      </pc:sldChg>
      <pc:sldChg chg="addSp delSp modSp mod setBg modClrScheme chgLayout">
        <pc:chgData name="Hargun Singh Oberoi" userId="S::hargun.oberoi@ue-germany.de::e1184d2e-7e23-426e-a0ab-14547bac6ed7" providerId="AD" clId="Web-{711B5AE7-19B7-D013-41BA-B50984536830}" dt="2026-01-12T13:34:35.094" v="213" actId="20577"/>
        <pc:sldMkLst>
          <pc:docMk/>
          <pc:sldMk cId="215393159" sldId="258"/>
        </pc:sldMkLst>
        <pc:spChg chg="mod ord">
          <ac:chgData name="Hargun Singh Oberoi" userId="S::hargun.oberoi@ue-germany.de::e1184d2e-7e23-426e-a0ab-14547bac6ed7" providerId="AD" clId="Web-{711B5AE7-19B7-D013-41BA-B50984536830}" dt="2026-01-12T13:21:05.849" v="56" actId="20577"/>
          <ac:spMkLst>
            <pc:docMk/>
            <pc:sldMk cId="215393159" sldId="258"/>
            <ac:spMk id="2" creationId="{6F497D73-01DC-04D5-7845-322C43F83EA9}"/>
          </ac:spMkLst>
        </pc:spChg>
        <pc:spChg chg="mod ord">
          <ac:chgData name="Hargun Singh Oberoi" userId="S::hargun.oberoi@ue-germany.de::e1184d2e-7e23-426e-a0ab-14547bac6ed7" providerId="AD" clId="Web-{711B5AE7-19B7-D013-41BA-B50984536830}" dt="2026-01-12T13:27:32.752" v="68" actId="20577"/>
          <ac:spMkLst>
            <pc:docMk/>
            <pc:sldMk cId="215393159" sldId="258"/>
            <ac:spMk id="3" creationId="{46B26BF0-BD01-751B-7A92-3B88594FAC92}"/>
          </ac:spMkLst>
        </pc:spChg>
        <pc:spChg chg="add del mod">
          <ac:chgData name="Hargun Singh Oberoi" userId="S::hargun.oberoi@ue-germany.de::e1184d2e-7e23-426e-a0ab-14547bac6ed7" providerId="AD" clId="Web-{711B5AE7-19B7-D013-41BA-B50984536830}" dt="2026-01-12T13:34:35.094" v="213" actId="20577"/>
          <ac:spMkLst>
            <pc:docMk/>
            <pc:sldMk cId="215393159" sldId="258"/>
            <ac:spMk id="4" creationId="{137C24DF-BB41-A3A5-3E1B-FD943D8F716B}"/>
          </ac:spMkLst>
        </pc:spChg>
        <pc:graphicFrameChg chg="add del">
          <ac:chgData name="Hargun Singh Oberoi" userId="S::hargun.oberoi@ue-germany.de::e1184d2e-7e23-426e-a0ab-14547bac6ed7" providerId="AD" clId="Web-{711B5AE7-19B7-D013-41BA-B50984536830}" dt="2026-01-12T13:18:44.793" v="33"/>
          <ac:graphicFrameMkLst>
            <pc:docMk/>
            <pc:sldMk cId="215393159" sldId="258"/>
            <ac:graphicFrameMk id="6" creationId="{4A1F80A3-8255-24BC-019F-90B61E2E0FC2}"/>
          </ac:graphicFrameMkLst>
        </pc:graphicFrameChg>
        <pc:graphicFrameChg chg="add del">
          <ac:chgData name="Hargun Singh Oberoi" userId="S::hargun.oberoi@ue-germany.de::e1184d2e-7e23-426e-a0ab-14547bac6ed7" providerId="AD" clId="Web-{711B5AE7-19B7-D013-41BA-B50984536830}" dt="2026-01-12T13:18:48.856" v="35"/>
          <ac:graphicFrameMkLst>
            <pc:docMk/>
            <pc:sldMk cId="215393159" sldId="258"/>
            <ac:graphicFrameMk id="8" creationId="{500249F6-D525-7D67-ADE4-D5A6288CC9DA}"/>
          </ac:graphicFrameMkLst>
        </pc:graphicFrameChg>
        <pc:graphicFrameChg chg="add del">
          <ac:chgData name="Hargun Singh Oberoi" userId="S::hargun.oberoi@ue-germany.de::e1184d2e-7e23-426e-a0ab-14547bac6ed7" providerId="AD" clId="Web-{711B5AE7-19B7-D013-41BA-B50984536830}" dt="2026-01-12T13:18:51.872" v="37"/>
          <ac:graphicFrameMkLst>
            <pc:docMk/>
            <pc:sldMk cId="215393159" sldId="258"/>
            <ac:graphicFrameMk id="10" creationId="{657D185E-E438-C795-4CAC-28D135E66874}"/>
          </ac:graphicFrameMkLst>
        </pc:graphicFrameChg>
        <pc:graphicFrameChg chg="add del mod modGraphic">
          <ac:chgData name="Hargun Singh Oberoi" userId="S::hargun.oberoi@ue-germany.de::e1184d2e-7e23-426e-a0ab-14547bac6ed7" providerId="AD" clId="Web-{711B5AE7-19B7-D013-41BA-B50984536830}" dt="2026-01-12T13:20:14.284" v="52"/>
          <ac:graphicFrameMkLst>
            <pc:docMk/>
            <pc:sldMk cId="215393159" sldId="258"/>
            <ac:graphicFrameMk id="12" creationId="{4A1F80A3-8255-24BC-019F-90B61E2E0FC2}"/>
          </ac:graphicFrameMkLst>
        </pc:graphicFrameChg>
        <pc:picChg chg="add del mod">
          <ac:chgData name="Hargun Singh Oberoi" userId="S::hargun.oberoi@ue-germany.de::e1184d2e-7e23-426e-a0ab-14547bac6ed7" providerId="AD" clId="Web-{711B5AE7-19B7-D013-41BA-B50984536830}" dt="2026-01-12T13:14:43.043" v="6"/>
          <ac:picMkLst>
            <pc:docMk/>
            <pc:sldMk cId="215393159" sldId="258"/>
            <ac:picMk id="5" creationId="{1C73976C-ECB9-D718-5995-2977C4D39EDF}"/>
          </ac:picMkLst>
        </pc:picChg>
      </pc:sldChg>
      <pc:sldChg chg="modSp mod modClrScheme chgLayout">
        <pc:chgData name="Hargun Singh Oberoi" userId="S::hargun.oberoi@ue-germany.de::e1184d2e-7e23-426e-a0ab-14547bac6ed7" providerId="AD" clId="Web-{711B5AE7-19B7-D013-41BA-B50984536830}" dt="2026-01-12T13:20:37.348" v="55"/>
        <pc:sldMkLst>
          <pc:docMk/>
          <pc:sldMk cId="2283664869" sldId="259"/>
        </pc:sldMkLst>
        <pc:spChg chg="mod ord">
          <ac:chgData name="Hargun Singh Oberoi" userId="S::hargun.oberoi@ue-germany.de::e1184d2e-7e23-426e-a0ab-14547bac6ed7" providerId="AD" clId="Web-{711B5AE7-19B7-D013-41BA-B50984536830}" dt="2026-01-12T13:20:37.348" v="55"/>
          <ac:spMkLst>
            <pc:docMk/>
            <pc:sldMk cId="2283664869" sldId="259"/>
            <ac:spMk id="2" creationId="{AC0AC5A4-0656-CEF5-2372-AD4916CFB8A8}"/>
          </ac:spMkLst>
        </pc:spChg>
        <pc:spChg chg="mod ord">
          <ac:chgData name="Hargun Singh Oberoi" userId="S::hargun.oberoi@ue-germany.de::e1184d2e-7e23-426e-a0ab-14547bac6ed7" providerId="AD" clId="Web-{711B5AE7-19B7-D013-41BA-B50984536830}" dt="2026-01-12T13:20:37.348" v="55"/>
          <ac:spMkLst>
            <pc:docMk/>
            <pc:sldMk cId="2283664869" sldId="259"/>
            <ac:spMk id="3" creationId="{2D5BCED9-D347-FDF6-8B27-E778DD9553A5}"/>
          </ac:spMkLst>
        </pc:spChg>
      </pc:sldChg>
      <pc:sldMasterChg chg="del delSldLayout">
        <pc:chgData name="Hargun Singh Oberoi" userId="S::hargun.oberoi@ue-germany.de::e1184d2e-7e23-426e-a0ab-14547bac6ed7" providerId="AD" clId="Web-{711B5AE7-19B7-D013-41BA-B50984536830}" dt="2026-01-12T13:20:25.081" v="53"/>
        <pc:sldMasterMkLst>
          <pc:docMk/>
          <pc:sldMasterMk cId="3506449275" sldId="2147483733"/>
        </pc:sldMasterMkLst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866182521" sldId="2147483722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503529808" sldId="2147483723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3674281548" sldId="2147483724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3199160954" sldId="2147483725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53058609" sldId="2147483726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27520254" sldId="2147483727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2606307451" sldId="2147483728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3893252532" sldId="2147483729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2705101000" sldId="2147483730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2552019000" sldId="2147483731"/>
          </pc:sldLayoutMkLst>
        </pc:sldLayoutChg>
        <pc:sldLayoutChg chg="del">
          <pc:chgData name="Hargun Singh Oberoi" userId="S::hargun.oberoi@ue-germany.de::e1184d2e-7e23-426e-a0ab-14547bac6ed7" providerId="AD" clId="Web-{711B5AE7-19B7-D013-41BA-B50984536830}" dt="2026-01-12T13:20:25.081" v="53"/>
          <pc:sldLayoutMkLst>
            <pc:docMk/>
            <pc:sldMasterMk cId="3506449275" sldId="2147483733"/>
            <pc:sldLayoutMk cId="1269288139" sldId="2147483732"/>
          </pc:sldLayoutMkLst>
        </pc:sldLayoutChg>
      </pc:sldMasterChg>
      <pc:sldMasterChg chg="add del addSldLayout delSldLayout modSldLayout">
        <pc:chgData name="Hargun Singh Oberoi" userId="S::hargun.oberoi@ue-germany.de::e1184d2e-7e23-426e-a0ab-14547bac6ed7" providerId="AD" clId="Web-{711B5AE7-19B7-D013-41BA-B50984536830}" dt="2026-01-12T13:20:34.410" v="54"/>
        <pc:sldMasterMkLst>
          <pc:docMk/>
          <pc:sldMasterMk cId="1466735897" sldId="2147483734"/>
        </pc:sldMasterMkLst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3222476439" sldId="2147483735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2844856904" sldId="2147483736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563979489" sldId="2147483737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2696708840" sldId="2147483738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618543711" sldId="2147483739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351855081" sldId="2147483740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2870980558" sldId="2147483741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2499093410" sldId="2147483742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4269185485" sldId="2147483743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398187764" sldId="2147483744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4.410" v="54"/>
          <pc:sldLayoutMkLst>
            <pc:docMk/>
            <pc:sldMasterMk cId="1466735897" sldId="2147483734"/>
            <pc:sldLayoutMk cId="480379124" sldId="2147483745"/>
          </pc:sldLayoutMkLst>
        </pc:sldLayoutChg>
      </pc:sldMasterChg>
      <pc:sldMasterChg chg="add del addSldLayout delSldLayout modSldLayout">
        <pc:chgData name="Hargun Singh Oberoi" userId="S::hargun.oberoi@ue-germany.de::e1184d2e-7e23-426e-a0ab-14547bac6ed7" providerId="AD" clId="Web-{711B5AE7-19B7-D013-41BA-B50984536830}" dt="2026-01-12T13:20:37.348" v="55"/>
        <pc:sldMasterMkLst>
          <pc:docMk/>
          <pc:sldMasterMk cId="1377701248" sldId="2147483746"/>
        </pc:sldMasterMkLst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2941382973" sldId="2147483747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3433082278" sldId="2147483748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2747143188" sldId="2147483749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4186420118" sldId="2147483750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3909927678" sldId="2147483751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509245340" sldId="2147483752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2372103350" sldId="2147483753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2015234743" sldId="2147483754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310853455" sldId="2147483755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658771421" sldId="2147483756"/>
          </pc:sldLayoutMkLst>
        </pc:sldLayoutChg>
        <pc:sldLayoutChg chg="add del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1377701248" sldId="2147483746"/>
            <pc:sldLayoutMk cId="2100264004" sldId="2147483757"/>
          </pc:sldLayoutMkLst>
        </pc:sldLayoutChg>
      </pc:sldMasterChg>
      <pc:sldMasterChg chg="add addSldLayout modSldLayout">
        <pc:chgData name="Hargun Singh Oberoi" userId="S::hargun.oberoi@ue-germany.de::e1184d2e-7e23-426e-a0ab-14547bac6ed7" providerId="AD" clId="Web-{711B5AE7-19B7-D013-41BA-B50984536830}" dt="2026-01-12T13:20:37.348" v="55"/>
        <pc:sldMasterMkLst>
          <pc:docMk/>
          <pc:sldMasterMk cId="3221543598" sldId="2147483758"/>
        </pc:sldMasterMkLst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985378604" sldId="2147483763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552141882" sldId="2147483764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751294209" sldId="2147483765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113353857" sldId="2147483770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509236105" sldId="2147483771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803518227" sldId="2147483772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3799492164" sldId="2147483773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725743122" sldId="2147483774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3800795499" sldId="2147483775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3549879488" sldId="2147483776"/>
          </pc:sldLayoutMkLst>
        </pc:sldLayoutChg>
        <pc:sldLayoutChg chg="add mod replId">
          <pc:chgData name="Hargun Singh Oberoi" userId="S::hargun.oberoi@ue-germany.de::e1184d2e-7e23-426e-a0ab-14547bac6ed7" providerId="AD" clId="Web-{711B5AE7-19B7-D013-41BA-B50984536830}" dt="2026-01-12T13:20:37.348" v="55"/>
          <pc:sldLayoutMkLst>
            <pc:docMk/>
            <pc:sldMasterMk cId="3221543598" sldId="2147483758"/>
            <pc:sldLayoutMk cId="1904226234" sldId="2147483777"/>
          </pc:sldLayoutMkLst>
        </pc:sldLayoutChg>
      </pc:sldMasterChg>
    </pc:docChg>
  </pc:docChgLst>
  <pc:docChgLst>
    <pc:chgData name="Hargun Singh Oberoi" userId="S::hargun.oberoi@ue-germany.de::e1184d2e-7e23-426e-a0ab-14547bac6ed7" providerId="AD" clId="Web-{71EBCC77-251C-7BE3-911D-5DEEFEED3773}"/>
    <pc:docChg chg="addSld delSld modSld">
      <pc:chgData name="Hargun Singh Oberoi" userId="S::hargun.oberoi@ue-germany.de::e1184d2e-7e23-426e-a0ab-14547bac6ed7" providerId="AD" clId="Web-{71EBCC77-251C-7BE3-911D-5DEEFEED3773}" dt="2026-01-13T12:58:42.992" v="236" actId="20577"/>
      <pc:docMkLst>
        <pc:docMk/>
      </pc:docMkLst>
      <pc:sldChg chg="addSp modSp">
        <pc:chgData name="Hargun Singh Oberoi" userId="S::hargun.oberoi@ue-germany.de::e1184d2e-7e23-426e-a0ab-14547bac6ed7" providerId="AD" clId="Web-{71EBCC77-251C-7BE3-911D-5DEEFEED3773}" dt="2026-01-13T12:58:42.992" v="236" actId="20577"/>
        <pc:sldMkLst>
          <pc:docMk/>
          <pc:sldMk cId="2283664869" sldId="259"/>
        </pc:sldMkLst>
        <pc:spChg chg="mod">
          <ac:chgData name="Hargun Singh Oberoi" userId="S::hargun.oberoi@ue-germany.de::e1184d2e-7e23-426e-a0ab-14547bac6ed7" providerId="AD" clId="Web-{71EBCC77-251C-7BE3-911D-5DEEFEED3773}" dt="2026-01-13T12:58:42.992" v="236" actId="20577"/>
          <ac:spMkLst>
            <pc:docMk/>
            <pc:sldMk cId="2283664869" sldId="259"/>
            <ac:spMk id="2" creationId="{AC0AC5A4-0656-CEF5-2372-AD4916CFB8A8}"/>
          </ac:spMkLst>
        </pc:spChg>
        <pc:spChg chg="mod">
          <ac:chgData name="Hargun Singh Oberoi" userId="S::hargun.oberoi@ue-germany.de::e1184d2e-7e23-426e-a0ab-14547bac6ed7" providerId="AD" clId="Web-{71EBCC77-251C-7BE3-911D-5DEEFEED3773}" dt="2026-01-13T12:37:48.551" v="45" actId="20577"/>
          <ac:spMkLst>
            <pc:docMk/>
            <pc:sldMk cId="2283664869" sldId="259"/>
            <ac:spMk id="3" creationId="{2D5BCED9-D347-FDF6-8B27-E778DD9553A5}"/>
          </ac:spMkLst>
        </pc:spChg>
        <pc:picChg chg="add mod">
          <ac:chgData name="Hargun Singh Oberoi" userId="S::hargun.oberoi@ue-germany.de::e1184d2e-7e23-426e-a0ab-14547bac6ed7" providerId="AD" clId="Web-{71EBCC77-251C-7BE3-911D-5DEEFEED3773}" dt="2026-01-13T12:38:31.660" v="50"/>
          <ac:picMkLst>
            <pc:docMk/>
            <pc:sldMk cId="2283664869" sldId="259"/>
            <ac:picMk id="4" creationId="{78DF7DE0-2DE7-B8A2-20FD-93B16E5D8ACC}"/>
          </ac:picMkLst>
        </pc:picChg>
      </pc:sldChg>
      <pc:sldChg chg="modSp new mod setBg">
        <pc:chgData name="Hargun Singh Oberoi" userId="S::hargun.oberoi@ue-germany.de::e1184d2e-7e23-426e-a0ab-14547bac6ed7" providerId="AD" clId="Web-{71EBCC77-251C-7BE3-911D-5DEEFEED3773}" dt="2026-01-13T12:58:26.930" v="234" actId="20577"/>
        <pc:sldMkLst>
          <pc:docMk/>
          <pc:sldMk cId="2597466154" sldId="260"/>
        </pc:sldMkLst>
        <pc:spChg chg="mod">
          <ac:chgData name="Hargun Singh Oberoi" userId="S::hargun.oberoi@ue-germany.de::e1184d2e-7e23-426e-a0ab-14547bac6ed7" providerId="AD" clId="Web-{71EBCC77-251C-7BE3-911D-5DEEFEED3773}" dt="2026-01-13T12:58:26.930" v="234" actId="20577"/>
          <ac:spMkLst>
            <pc:docMk/>
            <pc:sldMk cId="2597466154" sldId="260"/>
            <ac:spMk id="2" creationId="{0049CE5D-A1DD-26B8-A3A8-84FA93B29A8D}"/>
          </ac:spMkLst>
        </pc:spChg>
        <pc:spChg chg="mod">
          <ac:chgData name="Hargun Singh Oberoi" userId="S::hargun.oberoi@ue-germany.de::e1184d2e-7e23-426e-a0ab-14547bac6ed7" providerId="AD" clId="Web-{71EBCC77-251C-7BE3-911D-5DEEFEED3773}" dt="2026-01-13T12:58:00.257" v="225" actId="20577"/>
          <ac:spMkLst>
            <pc:docMk/>
            <pc:sldMk cId="2597466154" sldId="260"/>
            <ac:spMk id="3" creationId="{6086D47D-094C-141C-1F4E-9C6102FF0B09}"/>
          </ac:spMkLst>
        </pc:spChg>
      </pc:sldChg>
      <pc:sldChg chg="new del">
        <pc:chgData name="Hargun Singh Oberoi" userId="S::hargun.oberoi@ue-germany.de::e1184d2e-7e23-426e-a0ab-14547bac6ed7" providerId="AD" clId="Web-{71EBCC77-251C-7BE3-911D-5DEEFEED3773}" dt="2026-01-13T12:54:14.394" v="211"/>
        <pc:sldMkLst>
          <pc:docMk/>
          <pc:sldMk cId="835142792" sldId="261"/>
        </pc:sldMkLst>
      </pc:sldChg>
      <pc:sldChg chg="addSp delSp modSp new">
        <pc:chgData name="Hargun Singh Oberoi" userId="S::hargun.oberoi@ue-germany.de::e1184d2e-7e23-426e-a0ab-14547bac6ed7" providerId="AD" clId="Web-{71EBCC77-251C-7BE3-911D-5DEEFEED3773}" dt="2026-01-13T12:55:31.239" v="219"/>
        <pc:sldMkLst>
          <pc:docMk/>
          <pc:sldMk cId="1197325065" sldId="261"/>
        </pc:sldMkLst>
        <pc:spChg chg="add del">
          <ac:chgData name="Hargun Singh Oberoi" userId="S::hargun.oberoi@ue-germany.de::e1184d2e-7e23-426e-a0ab-14547bac6ed7" providerId="AD" clId="Web-{71EBCC77-251C-7BE3-911D-5DEEFEED3773}" dt="2026-01-13T12:55:31.239" v="219"/>
          <ac:spMkLst>
            <pc:docMk/>
            <pc:sldMk cId="1197325065" sldId="261"/>
            <ac:spMk id="5" creationId="{9E45B012-99E2-21D7-A7D8-64AD29A30131}"/>
          </ac:spMkLst>
        </pc:spChg>
        <pc:picChg chg="add mod">
          <ac:chgData name="Hargun Singh Oberoi" userId="S::hargun.oberoi@ue-germany.de::e1184d2e-7e23-426e-a0ab-14547bac6ed7" providerId="AD" clId="Web-{71EBCC77-251C-7BE3-911D-5DEEFEED3773}" dt="2026-01-13T12:55:29.802" v="218" actId="1076"/>
          <ac:picMkLst>
            <pc:docMk/>
            <pc:sldMk cId="1197325065" sldId="261"/>
            <ac:picMk id="6" creationId="{49D74065-904B-6984-0AF7-67200FB2BE1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BC7F21-EC63-44AD-A94F-FE04F547744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7FA36F-7ED4-44E9-9BAC-A0532D52213F}">
      <dgm:prSet/>
      <dgm:spPr/>
      <dgm:t>
        <a:bodyPr/>
        <a:lstStyle/>
        <a:p>
          <a:r>
            <a:rPr lang="en-US" b="1"/>
            <a:t>Why are Functions used?</a:t>
          </a:r>
          <a:endParaRPr lang="en-US"/>
        </a:p>
      </dgm:t>
    </dgm:pt>
    <dgm:pt modelId="{7A4A68A3-FC1F-4B50-916F-AB22D1FF6275}" type="parTrans" cxnId="{28743E04-2D82-4FC9-AA2B-CAA34F04662E}">
      <dgm:prSet/>
      <dgm:spPr/>
      <dgm:t>
        <a:bodyPr/>
        <a:lstStyle/>
        <a:p>
          <a:endParaRPr lang="en-US"/>
        </a:p>
      </dgm:t>
    </dgm:pt>
    <dgm:pt modelId="{B9082775-9CA7-4E39-AE12-C7A403A19EA8}" type="sibTrans" cxnId="{28743E04-2D82-4FC9-AA2B-CAA34F04662E}">
      <dgm:prSet/>
      <dgm:spPr/>
      <dgm:t>
        <a:bodyPr/>
        <a:lstStyle/>
        <a:p>
          <a:endParaRPr lang="en-US"/>
        </a:p>
      </dgm:t>
    </dgm:pt>
    <dgm:pt modelId="{82C7D9C0-CDFC-4AEE-9FA6-FA8F6532B275}">
      <dgm:prSet/>
      <dgm:spPr/>
      <dgm:t>
        <a:bodyPr/>
        <a:lstStyle/>
        <a:p>
          <a:r>
            <a:rPr lang="en-US"/>
            <a:t>To </a:t>
          </a:r>
          <a:r>
            <a:rPr lang="en-US" b="1"/>
            <a:t>avoid repeating code</a:t>
          </a:r>
          <a:endParaRPr lang="en-US"/>
        </a:p>
      </dgm:t>
    </dgm:pt>
    <dgm:pt modelId="{DBDE9D4B-79A7-47C1-B9F4-E3ACA8AA40BD}" type="parTrans" cxnId="{1C258483-30A9-49CF-8974-EEAE73FD37D1}">
      <dgm:prSet/>
      <dgm:spPr/>
      <dgm:t>
        <a:bodyPr/>
        <a:lstStyle/>
        <a:p>
          <a:endParaRPr lang="en-US"/>
        </a:p>
      </dgm:t>
    </dgm:pt>
    <dgm:pt modelId="{2DD6CA81-C9B8-4FC8-9255-5AE29E8AF560}" type="sibTrans" cxnId="{1C258483-30A9-49CF-8974-EEAE73FD37D1}">
      <dgm:prSet/>
      <dgm:spPr/>
      <dgm:t>
        <a:bodyPr/>
        <a:lstStyle/>
        <a:p>
          <a:endParaRPr lang="en-US"/>
        </a:p>
      </dgm:t>
    </dgm:pt>
    <dgm:pt modelId="{CA604700-7501-4F64-9439-FA9113A152CA}">
      <dgm:prSet/>
      <dgm:spPr/>
      <dgm:t>
        <a:bodyPr/>
        <a:lstStyle/>
        <a:p>
          <a:r>
            <a:rPr lang="en-US"/>
            <a:t>To make programs </a:t>
          </a:r>
          <a:r>
            <a:rPr lang="en-US" b="1"/>
            <a:t>clean and structured</a:t>
          </a:r>
          <a:endParaRPr lang="en-US"/>
        </a:p>
      </dgm:t>
    </dgm:pt>
    <dgm:pt modelId="{45801467-2698-4466-9AA2-62A166850996}" type="parTrans" cxnId="{CF8AA758-D474-4C86-BA2F-CB0D6EF8588C}">
      <dgm:prSet/>
      <dgm:spPr/>
      <dgm:t>
        <a:bodyPr/>
        <a:lstStyle/>
        <a:p>
          <a:endParaRPr lang="en-US"/>
        </a:p>
      </dgm:t>
    </dgm:pt>
    <dgm:pt modelId="{C1D1104C-1AF1-48C0-A682-3917F46E64DA}" type="sibTrans" cxnId="{CF8AA758-D474-4C86-BA2F-CB0D6EF8588C}">
      <dgm:prSet/>
      <dgm:spPr/>
      <dgm:t>
        <a:bodyPr/>
        <a:lstStyle/>
        <a:p>
          <a:endParaRPr lang="en-US"/>
        </a:p>
      </dgm:t>
    </dgm:pt>
    <dgm:pt modelId="{FB89781C-0DC4-4CB3-851E-2632FF4FD7B0}">
      <dgm:prSet/>
      <dgm:spPr/>
      <dgm:t>
        <a:bodyPr/>
        <a:lstStyle/>
        <a:p>
          <a:r>
            <a:rPr lang="en-US"/>
            <a:t>To </a:t>
          </a:r>
          <a:r>
            <a:rPr lang="en-US" b="1"/>
            <a:t>reuse logic</a:t>
          </a:r>
          <a:r>
            <a:rPr lang="en-US"/>
            <a:t> easily</a:t>
          </a:r>
        </a:p>
      </dgm:t>
    </dgm:pt>
    <dgm:pt modelId="{C697226E-95FA-4FA8-A18F-63F1696CE583}" type="parTrans" cxnId="{9DEED768-B47B-4436-AB03-014E3772AB34}">
      <dgm:prSet/>
      <dgm:spPr/>
      <dgm:t>
        <a:bodyPr/>
        <a:lstStyle/>
        <a:p>
          <a:endParaRPr lang="en-US"/>
        </a:p>
      </dgm:t>
    </dgm:pt>
    <dgm:pt modelId="{5AA0D930-089F-4299-B51E-6F0F996DBEB9}" type="sibTrans" cxnId="{9DEED768-B47B-4436-AB03-014E3772AB34}">
      <dgm:prSet/>
      <dgm:spPr/>
      <dgm:t>
        <a:bodyPr/>
        <a:lstStyle/>
        <a:p>
          <a:endParaRPr lang="en-US"/>
        </a:p>
      </dgm:t>
    </dgm:pt>
    <dgm:pt modelId="{81D1B24E-9538-4D6D-911E-131432683C1F}" type="pres">
      <dgm:prSet presAssocID="{B1BC7F21-EC63-44AD-A94F-FE04F547744F}" presName="linear" presStyleCnt="0">
        <dgm:presLayoutVars>
          <dgm:dir/>
          <dgm:animLvl val="lvl"/>
          <dgm:resizeHandles val="exact"/>
        </dgm:presLayoutVars>
      </dgm:prSet>
      <dgm:spPr/>
    </dgm:pt>
    <dgm:pt modelId="{FBEBB1AD-A2FB-4306-9575-271854991E50}" type="pres">
      <dgm:prSet presAssocID="{417FA36F-7ED4-44E9-9BAC-A0532D52213F}" presName="parentLin" presStyleCnt="0"/>
      <dgm:spPr/>
    </dgm:pt>
    <dgm:pt modelId="{429380B2-C064-4EA5-AB0F-8F69F1C67CB9}" type="pres">
      <dgm:prSet presAssocID="{417FA36F-7ED4-44E9-9BAC-A0532D52213F}" presName="parentLeftMargin" presStyleLbl="node1" presStyleIdx="0" presStyleCnt="1"/>
      <dgm:spPr/>
    </dgm:pt>
    <dgm:pt modelId="{F5B6AAF5-546B-4D3F-B812-98C62EA88568}" type="pres">
      <dgm:prSet presAssocID="{417FA36F-7ED4-44E9-9BAC-A0532D52213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D687099-44BA-4F56-A2E4-9546CB574742}" type="pres">
      <dgm:prSet presAssocID="{417FA36F-7ED4-44E9-9BAC-A0532D52213F}" presName="negativeSpace" presStyleCnt="0"/>
      <dgm:spPr/>
    </dgm:pt>
    <dgm:pt modelId="{587CE59F-84FD-46D0-AC84-9C154CB45ED0}" type="pres">
      <dgm:prSet presAssocID="{417FA36F-7ED4-44E9-9BAC-A0532D52213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8743E04-2D82-4FC9-AA2B-CAA34F04662E}" srcId="{B1BC7F21-EC63-44AD-A94F-FE04F547744F}" destId="{417FA36F-7ED4-44E9-9BAC-A0532D52213F}" srcOrd="0" destOrd="0" parTransId="{7A4A68A3-FC1F-4B50-916F-AB22D1FF6275}" sibTransId="{B9082775-9CA7-4E39-AE12-C7A403A19EA8}"/>
    <dgm:cxn modelId="{1D08781D-C828-4068-9BBA-7B36A75BA665}" type="presOf" srcId="{82C7D9C0-CDFC-4AEE-9FA6-FA8F6532B275}" destId="{587CE59F-84FD-46D0-AC84-9C154CB45ED0}" srcOrd="0" destOrd="0" presId="urn:microsoft.com/office/officeart/2005/8/layout/list1"/>
    <dgm:cxn modelId="{B809EE24-ACC2-402F-A5CC-1B0240348FCD}" type="presOf" srcId="{CA604700-7501-4F64-9439-FA9113A152CA}" destId="{587CE59F-84FD-46D0-AC84-9C154CB45ED0}" srcOrd="0" destOrd="1" presId="urn:microsoft.com/office/officeart/2005/8/layout/list1"/>
    <dgm:cxn modelId="{9DEED768-B47B-4436-AB03-014E3772AB34}" srcId="{417FA36F-7ED4-44E9-9BAC-A0532D52213F}" destId="{FB89781C-0DC4-4CB3-851E-2632FF4FD7B0}" srcOrd="2" destOrd="0" parTransId="{C697226E-95FA-4FA8-A18F-63F1696CE583}" sibTransId="{5AA0D930-089F-4299-B51E-6F0F996DBEB9}"/>
    <dgm:cxn modelId="{04FB5F55-07EB-4861-9F5B-78D62D3BFB54}" type="presOf" srcId="{417FA36F-7ED4-44E9-9BAC-A0532D52213F}" destId="{429380B2-C064-4EA5-AB0F-8F69F1C67CB9}" srcOrd="0" destOrd="0" presId="urn:microsoft.com/office/officeart/2005/8/layout/list1"/>
    <dgm:cxn modelId="{CF8AA758-D474-4C86-BA2F-CB0D6EF8588C}" srcId="{417FA36F-7ED4-44E9-9BAC-A0532D52213F}" destId="{CA604700-7501-4F64-9439-FA9113A152CA}" srcOrd="1" destOrd="0" parTransId="{45801467-2698-4466-9AA2-62A166850996}" sibTransId="{C1D1104C-1AF1-48C0-A682-3917F46E64DA}"/>
    <dgm:cxn modelId="{1C258483-30A9-49CF-8974-EEAE73FD37D1}" srcId="{417FA36F-7ED4-44E9-9BAC-A0532D52213F}" destId="{82C7D9C0-CDFC-4AEE-9FA6-FA8F6532B275}" srcOrd="0" destOrd="0" parTransId="{DBDE9D4B-79A7-47C1-B9F4-E3ACA8AA40BD}" sibTransId="{2DD6CA81-C9B8-4FC8-9255-5AE29E8AF560}"/>
    <dgm:cxn modelId="{BF573C85-0F23-4149-88D8-796D406E3232}" type="presOf" srcId="{FB89781C-0DC4-4CB3-851E-2632FF4FD7B0}" destId="{587CE59F-84FD-46D0-AC84-9C154CB45ED0}" srcOrd="0" destOrd="2" presId="urn:microsoft.com/office/officeart/2005/8/layout/list1"/>
    <dgm:cxn modelId="{1BDDEAA2-146B-4FC2-BF57-6053F5484FAB}" type="presOf" srcId="{417FA36F-7ED4-44E9-9BAC-A0532D52213F}" destId="{F5B6AAF5-546B-4D3F-B812-98C62EA88568}" srcOrd="1" destOrd="0" presId="urn:microsoft.com/office/officeart/2005/8/layout/list1"/>
    <dgm:cxn modelId="{61C72AF6-1145-42B7-A2B2-87419D1A8359}" type="presOf" srcId="{B1BC7F21-EC63-44AD-A94F-FE04F547744F}" destId="{81D1B24E-9538-4D6D-911E-131432683C1F}" srcOrd="0" destOrd="0" presId="urn:microsoft.com/office/officeart/2005/8/layout/list1"/>
    <dgm:cxn modelId="{2FDC329B-79F0-470F-A059-0711F4056D97}" type="presParOf" srcId="{81D1B24E-9538-4D6D-911E-131432683C1F}" destId="{FBEBB1AD-A2FB-4306-9575-271854991E50}" srcOrd="0" destOrd="0" presId="urn:microsoft.com/office/officeart/2005/8/layout/list1"/>
    <dgm:cxn modelId="{0419BB56-B472-4EEA-B3C6-0AD8A30303E4}" type="presParOf" srcId="{FBEBB1AD-A2FB-4306-9575-271854991E50}" destId="{429380B2-C064-4EA5-AB0F-8F69F1C67CB9}" srcOrd="0" destOrd="0" presId="urn:microsoft.com/office/officeart/2005/8/layout/list1"/>
    <dgm:cxn modelId="{F7F31F8A-D6FE-47CA-9C1A-C0E56128565D}" type="presParOf" srcId="{FBEBB1AD-A2FB-4306-9575-271854991E50}" destId="{F5B6AAF5-546B-4D3F-B812-98C62EA88568}" srcOrd="1" destOrd="0" presId="urn:microsoft.com/office/officeart/2005/8/layout/list1"/>
    <dgm:cxn modelId="{0EAA7372-285D-4AC0-A9B2-C9C45D349599}" type="presParOf" srcId="{81D1B24E-9538-4D6D-911E-131432683C1F}" destId="{1D687099-44BA-4F56-A2E4-9546CB574742}" srcOrd="1" destOrd="0" presId="urn:microsoft.com/office/officeart/2005/8/layout/list1"/>
    <dgm:cxn modelId="{6A318426-F3CE-4E85-923F-AAB25D65ADF2}" type="presParOf" srcId="{81D1B24E-9538-4D6D-911E-131432683C1F}" destId="{587CE59F-84FD-46D0-AC84-9C154CB45ED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CE59F-84FD-46D0-AC84-9C154CB45ED0}">
      <dsp:nvSpPr>
        <dsp:cNvPr id="0" name=""/>
        <dsp:cNvSpPr/>
      </dsp:nvSpPr>
      <dsp:spPr>
        <a:xfrm>
          <a:off x="0" y="441304"/>
          <a:ext cx="7958666" cy="202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7681" tIns="583184" rIns="6176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To </a:t>
          </a:r>
          <a:r>
            <a:rPr lang="en-US" sz="2800" b="1" kern="1200"/>
            <a:t>avoid repeating code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To make programs </a:t>
          </a:r>
          <a:r>
            <a:rPr lang="en-US" sz="2800" b="1" kern="1200"/>
            <a:t>clean and structured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To </a:t>
          </a:r>
          <a:r>
            <a:rPr lang="en-US" sz="2800" b="1" kern="1200"/>
            <a:t>reuse logic</a:t>
          </a:r>
          <a:r>
            <a:rPr lang="en-US" sz="2800" kern="1200"/>
            <a:t> easily</a:t>
          </a:r>
        </a:p>
      </dsp:txBody>
      <dsp:txXfrm>
        <a:off x="0" y="441304"/>
        <a:ext cx="7958666" cy="2028600"/>
      </dsp:txXfrm>
    </dsp:sp>
    <dsp:sp modelId="{F5B6AAF5-546B-4D3F-B812-98C62EA88568}">
      <dsp:nvSpPr>
        <dsp:cNvPr id="0" name=""/>
        <dsp:cNvSpPr/>
      </dsp:nvSpPr>
      <dsp:spPr>
        <a:xfrm>
          <a:off x="397933" y="28024"/>
          <a:ext cx="5571066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73" tIns="0" rIns="21057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Why are Functions used?</a:t>
          </a:r>
          <a:endParaRPr lang="en-US" sz="2800" kern="1200"/>
        </a:p>
      </dsp:txBody>
      <dsp:txXfrm>
        <a:off x="438282" y="68373"/>
        <a:ext cx="5490368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1T21:03:50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5080 7541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53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36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182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92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7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4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9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4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95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79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26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54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 /><Relationship Id="rId3" Type="http://schemas.openxmlformats.org/officeDocument/2006/relationships/customXml" Target="../ink/ink1.xml" /><Relationship Id="rId7" Type="http://schemas.openxmlformats.org/officeDocument/2006/relationships/diagramQuickStyle" Target="../diagrams/quickStyle1.xm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diagramLayout" Target="../diagrams/layout1.xml" /><Relationship Id="rId5" Type="http://schemas.openxmlformats.org/officeDocument/2006/relationships/diagramData" Target="../diagrams/data1.xml" /><Relationship Id="rId4" Type="http://schemas.openxmlformats.org/officeDocument/2006/relationships/image" Target="../media/image3.png" /><Relationship Id="rId9" Type="http://schemas.microsoft.com/office/2007/relationships/diagramDrawing" Target="../diagrams/drawing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Green snake on branch">
            <a:extLst>
              <a:ext uri="{FF2B5EF4-FFF2-40B4-BE49-F238E27FC236}">
                <a16:creationId xmlns:a16="http://schemas.microsoft.com/office/drawing/2014/main" id="{3A1AC268-875B-1301-EC9C-33597113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517" b="1387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4175" y="914400"/>
            <a:ext cx="5726834" cy="3427867"/>
          </a:xfrm>
        </p:spPr>
        <p:txBody>
          <a:bodyPr anchor="t">
            <a:norm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  <a:latin typeface="Grandview Display"/>
                <a:ea typeface="+mj-lt"/>
                <a:cs typeface="+mj-lt"/>
              </a:rPr>
              <a:t>Python Concept: Functions</a:t>
            </a:r>
            <a:endParaRPr lang="en-US">
              <a:solidFill>
                <a:srgbClr val="FFFFFF"/>
              </a:solidFill>
              <a:latin typeface="Grandview Display"/>
            </a:endParaRPr>
          </a:p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26796" cy="115797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Presented by :</a:t>
            </a:r>
          </a:p>
          <a:p>
            <a:pPr algn="r"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Harvin Kaur</a:t>
            </a:r>
          </a:p>
          <a:p>
            <a:pPr algn="r"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Hargun Singh Oberoi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F7F6-BA6E-2B95-F22B-3012A222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83" y="1170318"/>
            <a:ext cx="11020325" cy="881620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What is a Function?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ADF74-863A-D08B-8281-0D5206291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84" y="2058378"/>
            <a:ext cx="11020324" cy="8919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A function is a </a:t>
            </a:r>
            <a:r>
              <a:rPr lang="en-US" sz="2400" b="1">
                <a:ea typeface="+mn-lt"/>
                <a:cs typeface="+mn-lt"/>
              </a:rPr>
              <a:t>block of code</a:t>
            </a:r>
            <a:r>
              <a:rPr lang="en-US" sz="2400">
                <a:ea typeface="+mn-lt"/>
                <a:cs typeface="+mn-lt"/>
              </a:rPr>
              <a:t> that performs a </a:t>
            </a:r>
            <a:r>
              <a:rPr lang="en-US" sz="2400" b="1">
                <a:ea typeface="+mn-lt"/>
                <a:cs typeface="+mn-lt"/>
              </a:rPr>
              <a:t>specific task</a:t>
            </a:r>
            <a:r>
              <a:rPr lang="en-US" sz="2400">
                <a:ea typeface="+mn-lt"/>
                <a:cs typeface="+mn-lt"/>
              </a:rPr>
              <a:t>.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It runs </a:t>
            </a:r>
            <a:r>
              <a:rPr lang="en-US" sz="2400" b="1">
                <a:ea typeface="+mn-lt"/>
                <a:cs typeface="+mn-lt"/>
              </a:rPr>
              <a:t>only when it is called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400"/>
          </a:p>
          <a:p>
            <a:pPr>
              <a:buFont typeface="Arial,Sans-Serif"/>
              <a:buChar char="•"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9EBF5F-C8A6-6E90-7094-2B82FB0BB8E6}"/>
                  </a:ext>
                </a:extLst>
              </p14:cNvPr>
              <p14:cNvContentPartPr/>
              <p14:nvPr/>
            </p14:nvContentPartPr>
            <p14:xfrm>
              <a:off x="3009900" y="4286250"/>
              <a:ext cx="19050" cy="1905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9EBF5F-C8A6-6E90-7094-2B82FB0BB8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7400" y="3333750"/>
                <a:ext cx="1905000" cy="1905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extBox 6">
            <a:extLst>
              <a:ext uri="{FF2B5EF4-FFF2-40B4-BE49-F238E27FC236}">
                <a16:creationId xmlns:a16="http://schemas.microsoft.com/office/drawing/2014/main" id="{D156E037-3DDF-1AE1-EC04-E9C7C5F9C884}"/>
              </a:ext>
            </a:extLst>
          </p:cNvPr>
          <p:cNvGraphicFramePr/>
          <p:nvPr/>
        </p:nvGraphicFramePr>
        <p:xfrm>
          <a:off x="694267" y="3234266"/>
          <a:ext cx="7958666" cy="2497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9018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7D73-01DC-04D5-7845-322C43F8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How it is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26BF0-BD01-751B-7A92-3B88594FA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84" y="1689113"/>
            <a:ext cx="10704024" cy="174446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def </a:t>
            </a:r>
            <a:r>
              <a:rPr lang="en-US" sz="2400" err="1">
                <a:ea typeface="+mn-lt"/>
                <a:cs typeface="+mn-lt"/>
              </a:rPr>
              <a:t>function_name</a:t>
            </a:r>
            <a:r>
              <a:rPr lang="en-US" sz="2400">
                <a:ea typeface="+mn-lt"/>
                <a:cs typeface="+mn-lt"/>
              </a:rPr>
              <a:t>(parameters):</a:t>
            </a:r>
            <a:endParaRPr lang="en-US" sz="2400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   </a:t>
            </a:r>
            <a:r>
              <a:rPr lang="en-US" sz="2400">
                <a:solidFill>
                  <a:srgbClr val="92D050"/>
                </a:solidFill>
                <a:ea typeface="+mn-lt"/>
                <a:cs typeface="+mn-lt"/>
              </a:rPr>
              <a:t> # code block</a:t>
            </a:r>
            <a:endParaRPr lang="en-US" sz="2400">
              <a:solidFill>
                <a:srgbClr val="92D050"/>
              </a:solidFill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    return result</a:t>
            </a:r>
            <a:endParaRPr lang="en-US" sz="2400"/>
          </a:p>
          <a:p>
            <a:pPr marL="0" indent="0">
              <a:buNone/>
            </a:pP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C24DF-BB41-A3A5-3E1B-FD943D8F716B}"/>
              </a:ext>
            </a:extLst>
          </p:cNvPr>
          <p:cNvSpPr txBox="1"/>
          <p:nvPr/>
        </p:nvSpPr>
        <p:spPr>
          <a:xfrm>
            <a:off x="642131" y="3702737"/>
            <a:ext cx="9945297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When are Functions used</a:t>
            </a:r>
            <a:r>
              <a:rPr lang="en-US" sz="3200" b="1">
                <a:ea typeface="+mn-lt"/>
                <a:cs typeface="+mn-lt"/>
              </a:rPr>
              <a:t>?</a:t>
            </a:r>
            <a:br>
              <a:rPr lang="en-US" b="1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</a:t>
            </a:r>
            <a:endParaRPr lang="en-US" sz="2800">
              <a:ea typeface="+mn-lt"/>
              <a:cs typeface="+mn-lt"/>
            </a:endParaRPr>
          </a:p>
          <a:p>
            <a:r>
              <a:rPr lang="en-US" sz="2600">
                <a:ea typeface="+mn-lt"/>
                <a:cs typeface="+mn-lt"/>
              </a:rPr>
              <a:t>Functions are particularly used when the same task needs to be performed multiple times, helping to avoid code repetitions and improve efficiency.</a:t>
            </a:r>
            <a:endParaRPr lang="en-US" sz="2600">
              <a:highlight>
                <a:srgbClr val="1C1C1D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539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C5A4-0656-CEF5-2372-AD4916CF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/>
              <a:t>Example of function from our robot game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BCED9-D347-FDF6-8B27-E778DD955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100" dirty="0">
              <a:solidFill>
                <a:srgbClr val="DCDCDC"/>
              </a:solidFill>
              <a:highlight>
                <a:srgbClr val="282A2C"/>
              </a:highlight>
            </a:endParaRPr>
          </a:p>
          <a:p>
            <a:endParaRPr lang="en-US" dirty="0"/>
          </a:p>
        </p:txBody>
      </p:sp>
      <p:pic>
        <p:nvPicPr>
          <p:cNvPr id="4" name="Picture 3" descr="A computer code with white text">
            <a:extLst>
              <a:ext uri="{FF2B5EF4-FFF2-40B4-BE49-F238E27FC236}">
                <a16:creationId xmlns:a16="http://schemas.microsoft.com/office/drawing/2014/main" id="{78DF7DE0-2DE7-B8A2-20FD-93B16E5D8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19" y="2635343"/>
            <a:ext cx="646747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6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CE5D-A1DD-26B8-A3A8-84FA93B2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Explanation of what the function does</a:t>
            </a:r>
            <a:r>
              <a:rPr lang="en-GB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D47D-094C-141C-1F4E-9C6102FF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800" b="1" dirty="0"/>
              <a:t>It runs until the required number of bricks is placed.</a:t>
            </a:r>
          </a:p>
          <a:p>
            <a:r>
              <a:rPr lang="en-GB" sz="2800" b="1" dirty="0"/>
              <a:t>It generates random row and column positions.</a:t>
            </a:r>
          </a:p>
          <a:p>
            <a:r>
              <a:rPr lang="en-GB" sz="2800" b="1" dirty="0"/>
              <a:t>It checks if the position is empty (".").</a:t>
            </a:r>
          </a:p>
          <a:p>
            <a:r>
              <a:rPr lang="en-GB" sz="2800" b="1" dirty="0"/>
              <a:t>If empty, it places a brick ("B") in the position.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7D6F-B503-CB85-1A7C-AFDE5D7D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EE63-54C0-4F0B-85DA-14DEFB1AFA54}" type="datetime1">
              <a:t>01/19/2026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B1CE-6708-BFE0-7863-21CC11EA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BF0DA-E56C-3966-5A24-A3D2170F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6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4CE68-A8B4-9514-03D1-9B84AA75E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DED-5A23-4D83-8003-14750D93CA1C}" type="datetime1">
              <a:t>01/19/2026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4016F-5115-E106-8300-61D5D37B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46581-9C8E-865D-1145-4E7F07FA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/>
          </a:p>
        </p:txBody>
      </p:sp>
      <p:pic>
        <p:nvPicPr>
          <p:cNvPr id="6" name="Picture 5" descr="Thank You Gratitude Appreciation · Free image on Pixabay">
            <a:extLst>
              <a:ext uri="{FF2B5EF4-FFF2-40B4-BE49-F238E27FC236}">
                <a16:creationId xmlns:a16="http://schemas.microsoft.com/office/drawing/2014/main" id="{49D74065-904B-6984-0AF7-67200FB2B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321" y="1262138"/>
            <a:ext cx="6145784" cy="43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2506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0BEDAE13AA5104E98FEDA5D3B50E076" ma:contentTypeVersion="4" ma:contentTypeDescription="Ein neues Dokument erstellen." ma:contentTypeScope="" ma:versionID="16e2a1f87baa627a59acd26fdbe44034">
  <xsd:schema xmlns:xsd="http://www.w3.org/2001/XMLSchema" xmlns:xs="http://www.w3.org/2001/XMLSchema" xmlns:p="http://schemas.microsoft.com/office/2006/metadata/properties" xmlns:ns2="ddaa484e-f33a-43f5-8519-4ac0e1864cce" targetNamespace="http://schemas.microsoft.com/office/2006/metadata/properties" ma:root="true" ma:fieldsID="02d654d98b46fa183efee601bf660df7" ns2:_="">
    <xsd:import namespace="ddaa484e-f33a-43f5-8519-4ac0e1864cc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aa484e-f33a-43f5-8519-4ac0e1864cc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daa484e-f33a-43f5-8519-4ac0e1864cce" xsi:nil="true"/>
  </documentManagement>
</p:properties>
</file>

<file path=customXml/itemProps1.xml><?xml version="1.0" encoding="utf-8"?>
<ds:datastoreItem xmlns:ds="http://schemas.openxmlformats.org/officeDocument/2006/customXml" ds:itemID="{B33881EF-6C75-4F2C-B489-7A8C5795B3C1}"/>
</file>

<file path=customXml/itemProps2.xml><?xml version="1.0" encoding="utf-8"?>
<ds:datastoreItem xmlns:ds="http://schemas.openxmlformats.org/officeDocument/2006/customXml" ds:itemID="{05E176AC-71D3-4BD2-BC3A-FED3C9AA3242}"/>
</file>

<file path=customXml/itemProps3.xml><?xml version="1.0" encoding="utf-8"?>
<ds:datastoreItem xmlns:ds="http://schemas.openxmlformats.org/officeDocument/2006/customXml" ds:itemID="{1C8E0A6C-CB16-46F5-B880-040BD47C0B9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ChronicleVTI</vt:lpstr>
      <vt:lpstr>Python Concept: Functions </vt:lpstr>
      <vt:lpstr>What is a Function?</vt:lpstr>
      <vt:lpstr>How it is defined</vt:lpstr>
      <vt:lpstr>Example of function from our robot game </vt:lpstr>
      <vt:lpstr>Explanation of what the function does.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Harvin Kaur</cp:lastModifiedBy>
  <cp:revision>82</cp:revision>
  <dcterms:created xsi:type="dcterms:W3CDTF">2026-01-11T20:24:59Z</dcterms:created>
  <dcterms:modified xsi:type="dcterms:W3CDTF">2026-01-19T17:48:49Z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0x01010090BEDAE13AA5104E98FEDA5D3B50E076</vt:lpwstr>
  </property>
  <property fmtid="{D5CDD505-2E9C-101B-9397-08002B2CF9AE}" pid="3" name="Order">
    <vt:r8>18200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{"FileActivityType":"9","FileActivityTimeStamp":"2026-01-11T21:15:22.377Z","FileActivityUsersOnPage":[{"DisplayName":"Harvin Kaur","Id":"harvin.kaur@ue-germany.de"},{"DisplayName":"Hargun Singh Oberoi","Id":"hargun.oberoi@ue-germany.de"}],"FileActivityNavigationId":null}</vt:lpwstr>
  </property>
  <property fmtid="{D5CDD505-2E9C-101B-9397-08002B2CF9AE}" pid="9" name="_ExtendedDescription">
    <vt:lpwstr/>
  </property>
</Properties>
</file>